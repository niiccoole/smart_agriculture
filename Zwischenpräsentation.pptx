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145" autoAdjust="0"/>
  </p:normalViewPr>
  <p:slideViewPr>
    <p:cSldViewPr snapToGrid="0">
      <p:cViewPr varScale="1">
        <p:scale>
          <a:sx n="72" d="100"/>
          <a:sy n="72" d="100"/>
        </p:scale>
        <p:origin x="8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FE3878-7EB4-4467-F694-D78FFD01A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22EEA3-FD2F-2194-5A3B-236F37800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7EDCFE-E2BC-4B7F-CF37-7097AB7A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F38861-81EE-98F4-E24A-7BBB45FD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EAD1D2-03B5-0034-104B-201CD8D8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7516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36D42F-01F0-AF59-14C0-738EBEA66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5D0883-E91F-D9A0-C9C3-21B2B5F98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AAEBCD-743D-BD10-2A3F-38004406F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F70154-B0AC-9C0A-2E0A-A322849D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840AA4-0143-AD69-1579-55B3068C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3573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82801-B56C-5B50-36DB-D581C0C1F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26B2C2-BAA3-352B-3BD9-51641F63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32C048-ACA0-B7A4-CAA2-6EA864ED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46957A-B553-1E28-AF5C-BE3C43D8F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A718F0-3F14-983F-8908-1F4CF3C5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7737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F60E6C-0571-77E7-14EA-B708E8FB8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0E1C61-549C-279A-4B0B-3B8142FA1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E8D1F4-A8F1-FE92-0547-609D085BE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71A9C5-29FD-BB2F-B3F6-2E7BDFE0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1FAED3-51C9-AF75-ABDC-A0D53EA4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3CA449-E6A7-F9B5-9AA1-1CC5209E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5811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B877D-BA28-20A3-8517-3984B842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603E58-2E29-8DF8-E9DB-D2DFA03C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F70EAB-EF6B-074D-5CF8-CBA6E3664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3BE052-1F3F-2518-F0FF-56E58BA6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C3E54C3-4551-B340-854B-1E0BEB9E0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EBF544-783A-A170-ADB1-EB6BC1D7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C911D47-44BC-159C-CB82-89336FD0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E0C5027-9B52-A8CA-C4A9-C77B67CA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24928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5A4F8-463B-3326-DF65-9D5C3047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8B3FBD9-B83F-5237-DC60-E43D6A9B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368B19-97E6-8515-792F-7D3F65A9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7F543A-2043-946A-F630-3A53FCB93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139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69E7FF7-A057-DBC4-188F-1671FBAF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8A2BAA-F4F3-370B-0CBC-7439978A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B8E613-7BA0-B07A-D6AA-B9DDE01F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2271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6C3136-A1AB-2DBD-92DB-6BB13F526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227D42-2C77-58ED-8D38-E27E4BF10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A3BEDD-5BEF-5D5A-5B40-D6FD49417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F3CEF1-A2BC-EE57-E7F9-B9866B06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869C85-ACEE-0F66-4E93-E8305528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26604D-873D-FD32-851D-0138C9F9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5644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27BC-6161-5955-4839-1CCBDE7C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B17C34-4754-B612-B3D3-E1D78A92B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952FEB-FAFD-9428-B0EF-8B061C258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D9C109-33CF-47D3-40C5-5EAC1583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22ED74-F20D-F6EE-DCF3-4D28579F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1D0605-7FFE-18DF-4FF2-7EF49F6E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2380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143C6F-B7B7-5FC0-AD98-246616D0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A7AC14-086D-BEEE-7D3B-7FB62F8B6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114E9D-CA0C-07A5-5AC0-07C97F64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C6517E-9C9D-B3DE-5050-4664034F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65DD4B-442C-F872-40B0-0226A88B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2610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BA4B2B3-33B1-A5A1-6C25-436217EAC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5D5F1B1-9CAB-A864-63A0-2BD52AC64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FFE559-3010-ABFF-4DE8-40839EB8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7D5C8A-985B-DA41-8C89-8C34C6F3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4369E4-DE22-9FF6-8AE0-7935D3E1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07254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808D4BB-8370-3EE3-1983-A37CEB6E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C6649C-14CA-47C2-942A-D65312CE4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5DF5D7-47F1-32AB-E702-3251A1465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A123C-ACA5-4D6F-83B4-34751C6B52C6}" type="datetimeFigureOut">
              <a:rPr lang="de-AT" smtClean="0"/>
              <a:t>01.06.2026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2DE83A-1B8C-BBB5-335E-885FFF3E3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842C2C-8787-67BF-B280-8B7E9DDA9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63392-4E8D-484E-BC07-D655F2A9DF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014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080747-3A92-2433-F5E5-D254AF530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355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1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3FDC5-C8A4-100B-E073-239BDF052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1818AFC-5D1F-4B34-C525-8140215F8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53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69FC71-4AC5-353E-3243-BE35EB1F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DFF40B7-0CE1-9477-37AC-84771A5A7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707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6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50731E6-F8D9-B7EA-39C8-02D432484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10" r="327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6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04EEB-C8A7-D30E-FC71-1899AC11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6CA8EC1-4F26-CFBC-0823-B5F5ED0A2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484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494385A-A5D4-A00E-FBC9-52457C1B0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648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7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4C4D23C-E183-2F99-8164-E7BDACEDE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402" r="535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D1B1890-8375-EA60-4AB1-DF3635394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093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38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C25C65D-83FE-46CE-370D-0280221BC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2C1BE39-189C-928A-A3CC-76F875E9A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9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724518E-EC07-0373-9F59-5A6D50938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316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65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Storf</dc:creator>
  <cp:lastModifiedBy>Nicole Storf</cp:lastModifiedBy>
  <cp:revision>1</cp:revision>
  <dcterms:created xsi:type="dcterms:W3CDTF">2026-06-01T11:45:41Z</dcterms:created>
  <dcterms:modified xsi:type="dcterms:W3CDTF">2026-06-01T11:55:41Z</dcterms:modified>
</cp:coreProperties>
</file>